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3246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Serverless, Event-Driven Cloud-Native Application on AWS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5411 — Advanced Cloud Architecting  |  Summer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709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Dhrutiben Narendrabhai Patel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API Gateway  •  Lambda  •  Step Functions  •  Textract  •  DynamoDB  •  S3  •  SNS  •  EventBridge  •  CloudWatch  •  Terraform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Resume Screening Doesn’t Scale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73152" cy="9601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8988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Seconds, not minutes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74650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spend roughly 6–8 seconds scanning each resume before deciding to reject or advance it.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606040"/>
            <a:ext cx="73152" cy="9601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7860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objective signal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93522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decisions rely on subjective judgement — there is no consistent, comparable score across candidates.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794760"/>
            <a:ext cx="73152" cy="9601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7673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Silence for candidates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1520" y="412394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are rejected get no feedback on which skills were missing or how close they were to a match.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983480"/>
            <a:ext cx="73152" cy="96012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9560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breaks the process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531266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posting can draw hundreds of resumes — far more than any team can meaningfully review by hand.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309360" y="1417320"/>
            <a:ext cx="5394960" cy="46177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0574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AI-powered, automated, serverless resume scoring.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675120" y="288036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match scores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0–100 against any job description, generated in about 90 seconds end-to-end.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gap analysis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matched skills, strengths, gaps, and concrete improvement recommendations.
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candidate lists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recruiters see every applicant for a job pre-sorted by score, highest first.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Portals, One Serverless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17320"/>
            <a:ext cx="36576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581912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04088" y="1984248"/>
            <a:ext cx="3255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resume against any posted job (or a pasted description). Get an AI match score, skill gaps, strengths, and recommendations in under two minutes.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25112" y="141732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17320"/>
            <a:ext cx="36576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581912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Portal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26280" y="1984248"/>
            <a:ext cx="3255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jobs, bulk-upload candidate resumes, and review a ranked leaderboard with score-distribution and top-skills charts.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47304" y="141732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47304" y="1417320"/>
            <a:ext cx="36576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48472" y="1581912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348472" y="1984248"/>
            <a:ext cx="3255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Textract extracts resume text; a Hugging Face LLM scores it against the job; results land in DynamoDB and trigger an SNS notification.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3749040"/>
            <a:ext cx="36576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913632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Infrastructure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04088" y="4315968"/>
            <a:ext cx="3255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compute layer is Lambda or a managed AWS service — zero idle cost, and it scales automatically with load.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25112" y="374904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25112" y="3749040"/>
            <a:ext cx="36576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3913632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526280" y="4315968"/>
            <a:ext cx="3255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Cognito-issued JWTs on every route, role-based access for students vs. recruiters, and Secrets Manager for the one external API key.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47304" y="374904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47304" y="3749040"/>
            <a:ext cx="36576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8348472" y="3913632"/>
            <a:ext cx="32552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CI/CD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348472" y="4315968"/>
            <a:ext cx="3255264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the unit test suite on every push; Terraform apply only proceeds once tests pass.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Serverless Design</a:t>
            </a:r>
            <a:endParaRPr lang="en-US" sz="2800" dirty="0"/>
          </a:p>
        </p:txBody>
      </p:sp>
      <p:pic>
        <p:nvPicPr>
          <p:cNvPr id="6" name="Image 0" descr="c:\Users\patel\OneDrive - Dalhousie University\Desktop\Classwork\Sem 2\Adv Cloud\Project\docxs\diagrams\high-leve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1234440"/>
            <a:ext cx="11521440" cy="5349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SERVICES USED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Managed Services, Zero Servers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84280" cy="52578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62636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Service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Why It’s Here</a:t>
                      </a:r>
                      <a:endParaRPr lang="en-US" sz="11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</a:rPr>
                        <a:t>Compute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</a:rPr>
                        <a:t>AWS Lambda (Node.js 20.x)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Zero idle cost, event-driven, auto-scales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</a:rPr>
                        <a:t>Orchestration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</a:rPr>
                        <a:t>AWS Step Functions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Retry + Catch on every state, visual execution graph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</a:rPr>
                        <a:t>API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</a:rPr>
                        <a:t>API Gateway HTTP API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JWT authorizer; ~70% cheaper than REST API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</a:rPr>
                        <a:t>Storage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</a:rPr>
                        <a:t>Amazon S3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Resume upload/download, private buckets, lifecycle rules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</a:rPr>
                        <a:t>Database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</a:rPr>
                        <a:t>Amazon DynamoDB (on-demand)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GSIs for pre-sorted queries, zero capacity planning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</a:rPr>
                        <a:t>AI — OCR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</a:rPr>
                        <a:t>Amazon Textract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DetectDocumentText handles multi-column PDF resumes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</a:rPr>
                        <a:t>AI — Scoring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</a:rPr>
                        <a:t>Hugging Face Inference API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LLM scoring (Bedrock unavailable in Learner Lab)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</a:rPr>
                        <a:t>Auth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</a:rPr>
                        <a:t>Amazon Cognito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Self-registration, Hosted UI, student/recruiter groups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</a:rPr>
                        <a:t>Secrets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</a:rPr>
                        <a:t>AWS Secrets Manager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HF API token — never in code or IaC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</a:rPr>
                        <a:t>Messaging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</a:rPr>
                        <a:t>Amazon SNS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Completion + pipeline-error email alerts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</a:rPr>
                        <a:t>Scheduling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</a:rPr>
                        <a:t>Amazon EventBridge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Daily rate(24h) rule refreshes baseline job postings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32F3E"/>
                          </a:solidFill>
                        </a:rPr>
                        <a:t>Monitoring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191F"/>
                          </a:solidFill>
                        </a:rPr>
                        <a:t>CloudWatch Alarms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Lambda errors, SFN failures, DynamoDB throttles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Upload Flow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176272" cy="4663440"/>
          </a:xfrm>
          <a:prstGeom prst="roundRect">
            <a:avLst>
              <a:gd name="adj" fmla="val 2521"/>
            </a:avLst>
          </a:prstGeom>
          <a:solidFill>
            <a:srgbClr val="232F3E"/>
          </a:solidFill>
          <a:ln/>
        </p:spPr>
      </p:sp>
      <p:sp>
        <p:nvSpPr>
          <p:cNvPr id="7" name="Shape 5"/>
          <p:cNvSpPr/>
          <p:nvPr/>
        </p:nvSpPr>
        <p:spPr>
          <a:xfrm>
            <a:off x="1271016" y="169164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1271016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24231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/ Register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063240"/>
            <a:ext cx="184708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Self-registers or logs in through Cognito; a post-confirmation Lambda assigns the students group, which drives dashboard routing.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61488" y="1417320"/>
            <a:ext cx="2176272" cy="4663440"/>
          </a:xfrm>
          <a:prstGeom prst="roundRect">
            <a:avLst>
              <a:gd name="adj" fmla="val 2521"/>
            </a:avLst>
          </a:prstGeom>
          <a:solidFill>
            <a:srgbClr val="2E4057"/>
          </a:solidFill>
          <a:ln/>
        </p:spPr>
      </p:sp>
      <p:sp>
        <p:nvSpPr>
          <p:cNvPr id="12" name="Shape 10"/>
          <p:cNvSpPr/>
          <p:nvPr/>
        </p:nvSpPr>
        <p:spPr>
          <a:xfrm>
            <a:off x="3575304" y="169164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3575304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898648" y="24231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Job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926080" y="3063240"/>
            <a:ext cx="184708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from posted jobs or pastes a custom job description to score against.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65776" y="1417320"/>
            <a:ext cx="2176272" cy="4663440"/>
          </a:xfrm>
          <a:prstGeom prst="roundRect">
            <a:avLst>
              <a:gd name="adj" fmla="val 2521"/>
            </a:avLst>
          </a:prstGeom>
          <a:solidFill>
            <a:srgbClr val="232F3E"/>
          </a:solidFill>
          <a:ln/>
        </p:spPr>
      </p:sp>
      <p:sp>
        <p:nvSpPr>
          <p:cNvPr id="17" name="Shape 15"/>
          <p:cNvSpPr/>
          <p:nvPr/>
        </p:nvSpPr>
        <p:spPr>
          <a:xfrm>
            <a:off x="5879592" y="169164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Text 16"/>
          <p:cNvSpPr/>
          <p:nvPr/>
        </p:nvSpPr>
        <p:spPr>
          <a:xfrm>
            <a:off x="5879592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202936" y="24231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Resume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30368" y="3063240"/>
            <a:ext cx="184708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PUTs the PDF directly to S3 via a presigned URL — no Lambda payload limit. DynamoDB is seeded with status=pending.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70064" y="1417320"/>
            <a:ext cx="2176272" cy="4663440"/>
          </a:xfrm>
          <a:prstGeom prst="roundRect">
            <a:avLst>
              <a:gd name="adj" fmla="val 2521"/>
            </a:avLst>
          </a:prstGeom>
          <a:solidFill>
            <a:srgbClr val="2E4057"/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0" y="169164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3" name="Text 21"/>
          <p:cNvSpPr/>
          <p:nvPr/>
        </p:nvSpPr>
        <p:spPr>
          <a:xfrm>
            <a:off x="8183880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507224" y="24231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Runs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34656" y="3063240"/>
            <a:ext cx="184708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event triggers ingestUpload → Step Functions: Textract extracts text → Hugging Face LLM scores it → SNS email sent.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674352" y="1417320"/>
            <a:ext cx="2176272" cy="4663440"/>
          </a:xfrm>
          <a:prstGeom prst="roundRect">
            <a:avLst>
              <a:gd name="adj" fmla="val 2521"/>
            </a:avLst>
          </a:prstGeom>
          <a:solidFill>
            <a:srgbClr val="232F3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488168" y="1691640"/>
            <a:ext cx="548640" cy="548640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10488168" y="1691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811512" y="2423160"/>
            <a:ext cx="19019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38944" y="3063240"/>
            <a:ext cx="1847088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C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polls every 5s. Score (0–100), matched skills, strengths, gaps, and recommendations are displayed, with resume re-download available.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PORTAL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Post, Rank, and Review Candidates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6400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 Openings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5623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jobs with title, description, required skills, and location — immediately available for student uploads.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6400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46304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Resume Upload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46520" y="185623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multiple PDFs; each independently triggers the same AI pipeline via an S3 event.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6400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Candidate View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41071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sorted by match score via a DynamoDB GSI (jobId-matchScore-index) — no app-level sorting needed.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971800"/>
            <a:ext cx="6400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30175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Analytics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46520" y="341071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Score-distribution and top-skills charts (Chart.js), plus stat cards: total, average, top score, strong matches ≥70.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526280"/>
            <a:ext cx="6400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5720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Enforcement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96519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recruiter only sees results for jobs they created; the Lambda checks ownerId against the JWT sub and returns 403 otherwise.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4526280"/>
            <a:ext cx="64008" cy="13716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57200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Download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4965192"/>
            <a:ext cx="5074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ranked result includes a presigned S3 GET URL — direct, secure download of the original candidate PDF.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— Retry + Catch on Every State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7589520" cy="868680"/>
          </a:xfrm>
          <a:prstGeom prst="roundRect">
            <a:avLst>
              <a:gd name="adj" fmla="val 5263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44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Upload Trigger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75564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PutObject event → ingestUpload Lambda → StartExecution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60520" y="224028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7589520" cy="868680"/>
          </a:xfrm>
          <a:prstGeom prst="roundRect">
            <a:avLst>
              <a:gd name="adj" fmla="val 5263"/>
            </a:avLst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42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ExtractTextStep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85292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 DetectDocumentText extracts raw resume text. Retry: 2x, 2s backoff.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60520" y="333756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566160"/>
            <a:ext cx="7589520" cy="868680"/>
          </a:xfrm>
          <a:prstGeom prst="roundRect">
            <a:avLst>
              <a:gd name="adj" fmla="val 5263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6393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ParseAndScoreStep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95020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LLM scores resume vs. job → matchScore, skills, strengths, gaps, recommendations.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44348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663440"/>
            <a:ext cx="7589520" cy="868680"/>
          </a:xfrm>
          <a:prstGeom prst="roundRect">
            <a:avLst>
              <a:gd name="adj" fmla="val 5263"/>
            </a:avLst>
          </a:prstGeom>
          <a:solidFill>
            <a:srgbClr val="1D8102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365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NotifyResultStep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5047488"/>
            <a:ext cx="713232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email sent to the candidate with score and summary.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412480" y="1371600"/>
            <a:ext cx="3291840" cy="2148840"/>
          </a:xfrm>
          <a:prstGeom prst="roundRect">
            <a:avLst>
              <a:gd name="adj" fmla="val 2128"/>
            </a:avLst>
          </a:prstGeom>
          <a:solidFill>
            <a:srgbClr val="D13212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0" y="1481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Catch: States.ALL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595360" y="1828800"/>
            <a:ext cx="2926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MarkFailedStep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B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direct DynamoDB UpdateItem sets status=failed (no Lambda).
</a:t>
            </a:r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NotifyErrorStep</a:t>
            </a:r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B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direct SNS Publish alerts the operator.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56235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Workflow — every Task state carries its own Retry and Catch block; failures never leave a record stuck in "pending."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FLOWS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Job Posting, Download &amp; Refresh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486400" cy="2331720"/>
          </a:xfrm>
          <a:prstGeom prst="rect">
            <a:avLst/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7" name="Image 0" descr="c:\Users\patel\OneDrive - Dalhousie University\Desktop\Classwork\Sem 2\Adv Cloud\Project\docxs\diagrams\sequence-registra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417320"/>
            <a:ext cx="5303520" cy="1645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9067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Self-registration assigns a Cognito group (students/recruiters) via a post-confirmation Lambda — driving all later authorization.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486400" cy="2331720"/>
          </a:xfrm>
          <a:prstGeom prst="rect">
            <a:avLst/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10" name="Image 1" descr="c:\Users\patel\OneDrive - Dalhousie University\Desktop\Classwork\Sem 2\Adv Cloud\Project\docxs\diagrams\sequence-job-posti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1417320"/>
            <a:ext cx="5303520" cy="1645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309067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create jobs through a JWT-authorized route; the Lambda re-checks the recruiters group before writing to JobsTable.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02920" y="3886200"/>
            <a:ext cx="5486400" cy="2331720"/>
          </a:xfrm>
          <a:prstGeom prst="rect">
            <a:avLst/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13" name="Image 2" descr="c:\Users\patel\OneDrive - Dalhousie University\Desktop\Classwork\Sem 2\Adv Cloud\Project\docxs\diagrams\sequence-downloa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94360" y="3977640"/>
            <a:ext cx="5303520" cy="1645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565099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downloads resolve to a 10-minute presigned S3 GET URL — the file itself never passes through API Gateway or Lambda.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6263640" y="3886200"/>
            <a:ext cx="5486400" cy="2331720"/>
          </a:xfrm>
          <a:prstGeom prst="rect">
            <a:avLst/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16" name="Image 3" descr="c:\Users\patel\OneDrive - Dalhousie University\Desktop\Classwork\Sem 2\Adv Cloud\Project\docxs\diagrams\sequence-refresh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55080" y="3977640"/>
            <a:ext cx="5303520" cy="16459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0" y="5650992"/>
            <a:ext cx="521208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EventBridge rule invokes refreshJobs every 24 hours to reseed baseline postings, independent of live recruiter-created jobs.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— On-Demand, GSI-Driven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486400" cy="4892040"/>
          </a:xfrm>
          <a:prstGeom prst="roundRect">
            <a:avLst>
              <a:gd name="adj" fmla="val 935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2588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ResultsTable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candidateId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154680" y="19202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— Cognito sub or bulk-upload UUID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2219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resumeId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154680" y="222199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 — UUID per upload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5237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154680" y="252374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sub of uploader (ownership)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8254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jobId / jobTitle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54680" y="282549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+ denormalized title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272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154680" y="31272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| completed | failed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429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matchScore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154680" y="342900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from the LLM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73075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/ strengths / gaps / recommendations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154680" y="373075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 arrays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40325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s3Key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154680" y="403250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PDF location in S3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3342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154680" y="433425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8601 timestamp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47274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1: userId-createdAt-index — student history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2: jobId-matchScore-index — recruiter ranking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63640" y="1325880"/>
            <a:ext cx="5486400" cy="4892040"/>
          </a:xfrm>
          <a:prstGeom prst="roundRect">
            <a:avLst>
              <a:gd name="adj" fmla="val 935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1325880"/>
            <a:ext cx="5486400" cy="4572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0" name="Text 28"/>
          <p:cNvSpPr/>
          <p:nvPr/>
        </p:nvSpPr>
        <p:spPr>
          <a:xfrm>
            <a:off x="6446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JobsTable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92240" y="19202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jobId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915400" y="192024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— recruiter-provided unique ID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222199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 / description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915400" y="2221992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content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92240" y="252374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requiredSkills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915400" y="2523744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of required skills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92240" y="282549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915400" y="2825496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"Remote"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312724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ownerId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915400" y="312724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sub of creating recruiter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34290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F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createdAt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915400" y="3429000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8601 timestamp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92240" y="3822192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nightly by refreshJobs (EventBridge, rate(24h)) alongside live recruiter postings.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WELL-ARCHITECTED FRAMEWORK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Pillars Addressed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232F3E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1417320"/>
            <a:ext cx="36576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563624"/>
            <a:ext cx="3255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4088" y="2075688"/>
            <a:ext cx="32552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 on every Lambda + Step Functions + DynamoDB; Step Functions ERROR-level logging; CI/CD test gate before every deploy.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25112" y="141732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232F3E"/>
          </a:solidFill>
          <a:ln/>
        </p:spPr>
      </p:sp>
      <p:sp>
        <p:nvSpPr>
          <p:cNvPr id="11" name="Shape 9"/>
          <p:cNvSpPr/>
          <p:nvPr/>
        </p:nvSpPr>
        <p:spPr>
          <a:xfrm>
            <a:off x="4325112" y="1417320"/>
            <a:ext cx="36576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563624"/>
            <a:ext cx="3255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075688"/>
            <a:ext cx="32552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JWT on every route; role-based access (students/recruiters); Secrets Manager for the HF token; security headers on all responses.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47304" y="141732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232F3E"/>
          </a:solidFill>
          <a:ln/>
        </p:spPr>
      </p:sp>
      <p:sp>
        <p:nvSpPr>
          <p:cNvPr id="15" name="Shape 13"/>
          <p:cNvSpPr/>
          <p:nvPr/>
        </p:nvSpPr>
        <p:spPr>
          <a:xfrm>
            <a:off x="8147304" y="1417320"/>
            <a:ext cx="36576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6" name="Text 14"/>
          <p:cNvSpPr/>
          <p:nvPr/>
        </p:nvSpPr>
        <p:spPr>
          <a:xfrm>
            <a:off x="8348472" y="1563624"/>
            <a:ext cx="3255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48472" y="2075688"/>
            <a:ext cx="32552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(2x) + Catch on every Step Functions state; S3 versioning; DynamoDB on-demand capacity (no throttling); multi-AZ by default.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232F3E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749040"/>
            <a:ext cx="36576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" y="3895344"/>
            <a:ext cx="3255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Efficiency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4407408"/>
            <a:ext cx="32552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S3 URLs bypass Lambda for uploads/downloads; DynamoDB GSIs pre-sort results; the analysis pipeline runs fully async.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25112" y="374904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232F3E"/>
          </a:solidFill>
          <a:ln/>
        </p:spPr>
      </p:sp>
      <p:sp>
        <p:nvSpPr>
          <p:cNvPr id="23" name="Shape 21"/>
          <p:cNvSpPr/>
          <p:nvPr/>
        </p:nvSpPr>
        <p:spPr>
          <a:xfrm>
            <a:off x="4325112" y="3749040"/>
            <a:ext cx="36576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3895344"/>
            <a:ext cx="3255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Optimization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26280" y="4407408"/>
            <a:ext cx="32552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Serverless end-to-end — zero idle cost; S3 lifecycle rules; API Gateway throttling caps runaway usage.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147304" y="374904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232F3E"/>
          </a:solidFill>
          <a:ln/>
        </p:spPr>
      </p:sp>
      <p:sp>
        <p:nvSpPr>
          <p:cNvPr id="27" name="Shape 25"/>
          <p:cNvSpPr/>
          <p:nvPr/>
        </p:nvSpPr>
        <p:spPr>
          <a:xfrm>
            <a:off x="8147304" y="3749040"/>
            <a:ext cx="36576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8348472" y="3895344"/>
            <a:ext cx="3255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48472" y="4407408"/>
            <a:ext cx="32552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7EC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always-on servers; scales to zero at zero load; S3 lifecycle deletes stale versions automatically.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Every Push to main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394960" cy="4480560"/>
          </a:xfrm>
          <a:prstGeom prst="roundRect">
            <a:avLst>
              <a:gd name="adj" fmla="val 1020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371600"/>
            <a:ext cx="5394960" cy="5029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356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 — Unit Tests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Checkout code
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Setup Node.js 22
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npm ci  (install Jest + AWS SDK mocks)
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npm test  — 71 tests must pass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D13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⛔  FAIL blocks the deploy job entirely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394960" cy="4480560"/>
          </a:xfrm>
          <a:prstGeom prst="roundRect">
            <a:avLst>
              <a:gd name="adj" fmla="val 1020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371600"/>
            <a:ext cx="5394960" cy="50292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4356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 — Terraform Apply (needs: test)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196596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Configure AWS credentials from secrets
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npm ci in lambdas/queryApi
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terraform init + validate
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terraform plan  (log changes)
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terraform apply -auto-approve
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Print live API + frontend outputs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secrets: AWS_ACCESS_KEY_ID  ·  AWS_SECRET_ACCESS_KEY  ·  AWS_SESSION_TOKEN  ·  DEMO_USER_PASSWORD  ·  HF_TOKEN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 Tests Across 6 Lambda Handlers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11201400" cy="3931920"/>
        </p:xfrm>
        <a:graphic>
          <a:graphicData uri="http://schemas.openxmlformats.org/drawingml/2006/table">
            <a:tbl>
              <a:tblPr/>
              <a:tblGrid>
                <a:gridCol w="3017520"/>
                <a:gridCol w="822960"/>
                <a:gridCol w="73609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 File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Tests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Coverage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createUploadUrl.test.js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Presigned URL shape, jobId fallback, status seed, S3 key format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createJob.test.js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403 non-recruiter, 400 missing fields, 201 success, ownerId from JWT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parseScore.test.js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JSON extraction, markdown-fence strip, completed write, error paths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getRankedResults.test.js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403 auth, 404 job not found, 200 ranked list, download URL, pagination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queryApi.test.js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GET /jobs, /results, /my-results, 404 unknown route, auth checks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32F3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ingestUpload.test.js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191F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A6B7B"/>
                          </a:solidFill>
                        </a:rPr>
                        <a:t>4-segment key parse, legacy fallback, multi-record, URL decode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532120"/>
            <a:ext cx="11201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aws-sdk-client-mock v4  ·  Jest moduleNameMapper forces every @aws-sdk/* import to the root node_modules  ·  no AWS credentials required to run the suite.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Learner Lab Constraints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40680" cy="411480"/>
          </a:xfrm>
          <a:prstGeom prst="rect">
            <a:avLst/>
          </a:prstGeom>
          <a:solidFill>
            <a:srgbClr val="D1321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264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920240"/>
            <a:ext cx="50749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per-Lambda IAM roles — LabRole blocks CreateRole; one shared, over-permissioned role.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AWS WAF — WAF integration requires a REST API; this project uses an HTTP API.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External AI API (Hugging Face) — Bedrock is unavailable in the Learner Lab.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CloudFront CDN — CreateDistribution is blocked by the LabRole policy.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X-Ray tracing — xray:PutTraceSegments is blocked by the LabRole policy.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440680" cy="411480"/>
          </a:xfrm>
          <a:prstGeom prst="rect">
            <a:avLst/>
          </a:prstGeom>
          <a:solidFill>
            <a:srgbClr val="1D8102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42646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192024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Migrate AI scoring to Amazon Bedrock (Claude 3 Haiku) — remove the external dependency.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WebSocket API for real-time notifications, replacing the 5-second polling loop.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Resume versioning — track score improvement across multiple uploads.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Multi-region active-passive with DynamoDB Global Tables + Route 53 failover.
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61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DynamoDB PITR, WAF, and per-Lambda execution roles for production hardening.
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80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2704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Resources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67919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provisioned via Terraform — one command deploys everything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25112" y="141732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52704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07992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53712" y="267919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Lambda business logic covered; tests gate every CI deploy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47304" y="141732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0184" y="152704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30184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Well-Architected Pillars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375904" y="267919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AWS Well-Architected Framework pillars addressed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74904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85876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85800" y="4617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Cost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31520" y="501091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serverless — zero cost when no users are active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25112" y="374904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385876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&lt;3s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507992" y="4617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Time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53712" y="501091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Presigned S3 URL bypasses Lambda — direct browser-to-S3 upload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47304" y="3749040"/>
            <a:ext cx="3657600" cy="2148840"/>
          </a:xfrm>
          <a:prstGeom prst="roundRect">
            <a:avLst>
              <a:gd name="adj" fmla="val 2553"/>
            </a:avLst>
          </a:prstGeom>
          <a:solidFill>
            <a:srgbClr val="F2F3F3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0184" y="3858768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~90s</a:t>
            </a:r>
            <a:endParaRPr lang="en-US" sz="3400" dirty="0"/>
          </a:p>
        </p:txBody>
      </p:sp>
      <p:sp>
        <p:nvSpPr>
          <p:cNvPr id="28" name="Text 26"/>
          <p:cNvSpPr/>
          <p:nvPr/>
        </p:nvSpPr>
        <p:spPr>
          <a:xfrm>
            <a:off x="8330184" y="46177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375904" y="501091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Textract OCR + LLM scoring + DynamoDB write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Resume Analyzer &amp; Job Matcher  |  CSCI 5411 – Advanced Cloud Architecting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65960"/>
            <a:ext cx="12191695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515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https://2ftfx5av88.execute-api.us-east-1.amazonaws.com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https://github.com/Dhruti832/CloudProject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Dhrutiben Narendrabhai Patel  |  CSCI 5411 — Advanced Cloud Architecting  |  Summer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• API Gateway • Lambda • Step Functions • Textract • DynamoDB • S3 • SNS • EventBridge • Secrets Manager • CloudWatch • Terraform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Resume Analyzer &amp; Job Matcher</dc:title>
  <dc:subject>PptxGenJS Presentation</dc:subject>
  <dc:creator>Dhrutiben Narendrabhai Patel</dc:creator>
  <cp:lastModifiedBy>Dhrutiben Narendrabhai Patel</cp:lastModifiedBy>
  <cp:revision>1</cp:revision>
  <dcterms:created xsi:type="dcterms:W3CDTF">2026-07-04T18:25:27Z</dcterms:created>
  <dcterms:modified xsi:type="dcterms:W3CDTF">2026-07-04T18:25:27Z</dcterms:modified>
</cp:coreProperties>
</file>